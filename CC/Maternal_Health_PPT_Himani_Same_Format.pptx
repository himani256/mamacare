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Lack of Proper Maternal Health Awareness in Semi-Urban Areas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10th June 2023  |  9:30 AM – 10:30 AM</a:t>
            </a:r>
          </a:p>
          <a:p>
            <a:r>
              <a:t>Presented by:   Himani Sah</a:t>
            </a:r>
          </a:p>
          <a:p>
            <a:r>
              <a:t>System id:  2023824909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– Team &amp; Community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Himani Sah – Field Lead (conducted all activities: community mapping, survey design, fieldwork and data analysis).</a:t>
            </a:r>
          </a:p>
          <a:p>
            <a:r>
              <a:t>Community:  Sundar Haraicha Municipality</a:t>
            </a:r>
          </a:p>
          <a:p/>
          <a:p>
            <a:r>
              <a:t>Initial Observations:</a:t>
            </a:r>
          </a:p>
          <a:p>
            <a:r>
              <a:t>    1. Lack of maternal health literacy.</a:t>
            </a:r>
          </a:p>
          <a:p>
            <a:r>
              <a:t>    2. Low antenatal care awareness.</a:t>
            </a:r>
          </a:p>
          <a:p>
            <a:r>
              <a:t>    3. Cultural stigma/taboo on reproductive health.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Field Work – Visit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Number of residents surveyed:  25</a:t>
            </a:r>
          </a:p>
          <a:p>
            <a:r>
              <a:t>Data collection method:  In-person interviews and Google Forms.</a:t>
            </a:r>
          </a:p>
          <a:p/>
          <a:p>
            <a:r>
              <a:t>Highlights:</a:t>
            </a:r>
          </a:p>
          <a:p>
            <a:r>
              <a:t>    i)  Strong willingness among young mothers.</a:t>
            </a:r>
          </a:p>
          <a:p>
            <a:r>
              <a:t>    ii)  Resistance from older family members.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a) Many women unaware of importance of antenatal checkups.</a:t>
            </a:r>
          </a:p>
          <a:p>
            <a:r>
              <a:t>b) 88% didn’t receive guidance on diet or supplements.</a:t>
            </a:r>
          </a:p>
          <a:p>
            <a:r>
              <a:t>c) Only 22% had institutional deliveries.</a:t>
            </a:r>
          </a:p>
          <a:p>
            <a:r>
              <a:t>d) Primary reasons: Lack of awareness, cultural stigma, affordability.</a:t>
            </a:r>
          </a:p>
          <a:p>
            <a:r>
              <a:t>e) Preferred mediums: Mobile (41%), Health posts (31%), Radio (15%).</a:t>
            </a:r>
          </a:p>
          <a:p/>
          <a:p>
            <a:r>
              <a:t>Top 3 Issues Identified:</a:t>
            </a:r>
          </a:p>
          <a:p>
            <a:r>
              <a:t>    1. Lack of awareness on maternal health.</a:t>
            </a:r>
          </a:p>
          <a:p>
            <a:r>
              <a:t>    2. Cultural stigma/taboo.</a:t>
            </a:r>
          </a:p>
          <a:p>
            <a:r>
              <a:t>    3. Poor access to maternal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2–3: Community Visit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of key problems done via follow-up interviews.</a:t>
            </a:r>
          </a:p>
          <a:p>
            <a:r>
              <a:t>Community feedback:</a:t>
            </a:r>
          </a:p>
          <a:p>
            <a:r>
              <a:t>    ‘We hear about checkups but don’t know what to do or where to go.’ – Local resident</a:t>
            </a:r>
          </a:p>
          <a:p/>
          <a:p>
            <a:r>
              <a:t>Finalized Issue:  Lack of structured awareness and support system for maternal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Statement:  Lack of proper maternal health awareness in semi-urban areas of Province No. 1, Nepal</a:t>
            </a:r>
          </a:p>
          <a:p/>
          <a:p>
            <a:r>
              <a:t>Aligned SDG Goal:</a:t>
            </a:r>
          </a:p>
          <a:p>
            <a:r>
              <a:t>    i)  Goal 3 – Good Health and Well-being</a:t>
            </a:r>
          </a:p>
          <a:p>
            <a:r>
              <a:t>    ii) Goal 5 – Gender Equality</a:t>
            </a:r>
          </a:p>
          <a:p/>
          <a:p>
            <a:r>
              <a:t>Relevance:  Low maternal health awareness leads to –</a:t>
            </a:r>
          </a:p>
          <a:p>
            <a:r>
              <a:t>    i)   Higher maternal and infant mortality</a:t>
            </a:r>
          </a:p>
          <a:p>
            <a:r>
              <a:t>    ii)  Gender-based health inequities</a:t>
            </a:r>
          </a:p>
          <a:p>
            <a:r>
              <a:t>    iii) Weak public health outreach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    i)  Community mapped</a:t>
            </a:r>
          </a:p>
          <a:p>
            <a:r>
              <a:t>    ii)  Surveys conducted</a:t>
            </a:r>
          </a:p>
          <a:p>
            <a:r>
              <a:t>    iii) Issues validated</a:t>
            </a:r>
          </a:p>
          <a:p>
            <a:r>
              <a:t>    iv)  Problem identified</a:t>
            </a:r>
          </a:p>
          <a:p/>
          <a:p>
            <a:r>
              <a:t>Next Steps:</a:t>
            </a:r>
          </a:p>
          <a:p>
            <a:r>
              <a:t>    Design awareness tool (multilingual, visual, accessible)</a:t>
            </a:r>
          </a:p>
          <a:p>
            <a:r>
              <a:t>    Collaborate with local health volunteers for outreach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