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Lack of Proper Maternal Health Awareness in Semi-Urban Areas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 June 2023 | 9:30 AM – 10:30 AM</a:t>
            </a:r>
          </a:p>
          <a:p>
            <a:r>
              <a:t>Presented by: Himani Sah</a:t>
            </a:r>
          </a:p>
          <a:p>
            <a:r>
              <a:t>Sundar Haraicha Municipality</a:t>
            </a:r>
          </a:p>
          <a:p>
            <a:r>
              <a:t>Province No. 1, Nepal</a:t>
            </a:r>
          </a:p>
          <a:p>
            <a:r>
              <a:t>System ID: 2023824909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– Team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Himani Sah – Field Lead</a:t>
            </a:r>
          </a:p>
          <a:p>
            <a:r>
              <a:t>Activities conducted:</a:t>
            </a:r>
          </a:p>
          <a:p>
            <a:r>
              <a:t>- Community mapping</a:t>
            </a:r>
          </a:p>
          <a:p>
            <a:r>
              <a:t>- Survey design</a:t>
            </a:r>
          </a:p>
          <a:p>
            <a:r>
              <a:t>- Fieldwork</a:t>
            </a:r>
          </a:p>
          <a:p>
            <a:r>
              <a:t>- Data analysis</a:t>
            </a:r>
          </a:p>
          <a:p/>
          <a:p>
            <a:r>
              <a:t>Community: Sundar Haraicha Municipality</a:t>
            </a:r>
          </a:p>
          <a:p>
            <a:r>
              <a:t>Initial Observations:</a:t>
            </a:r>
          </a:p>
          <a:p>
            <a:r>
              <a:t>1. Lack of maternal health literacy</a:t>
            </a:r>
          </a:p>
          <a:p>
            <a:r>
              <a:t>2. Low antenatal care awareness</a:t>
            </a:r>
          </a:p>
          <a:p>
            <a:r>
              <a:t>3. Cultural stigma/taboo on reproductive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2–3: Field Work – Visit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residents surveyed: 25</a:t>
            </a:r>
          </a:p>
          <a:p>
            <a:r>
              <a:t>Data collection method: In-person interviews and Google Forms</a:t>
            </a:r>
          </a:p>
          <a:p/>
          <a:p>
            <a:r>
              <a:t>Highlights:</a:t>
            </a:r>
          </a:p>
          <a:p>
            <a:r>
              <a:t>- Strong willingness among young mothers</a:t>
            </a:r>
          </a:p>
          <a:p>
            <a:r>
              <a:t>- Resistance from older family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2–3: 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Many women unaware of importance of antenatal checkups</a:t>
            </a:r>
          </a:p>
          <a:p>
            <a:r>
              <a:t>b) 88% didn’t receive guidance on diet/supplements</a:t>
            </a:r>
          </a:p>
          <a:p>
            <a:r>
              <a:t>c) Only 22% had institutional deliveries</a:t>
            </a:r>
          </a:p>
          <a:p>
            <a:r>
              <a:t>d) Reasons: Lack of awareness, stigma, affordability</a:t>
            </a:r>
          </a:p>
          <a:p>
            <a:r>
              <a:t>e) Preferred mediums: Mobile (41%), Health posts (31%), Radio (15%)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2–3: Community Visit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Feedback:</a:t>
            </a:r>
          </a:p>
          <a:p>
            <a:r>
              <a:t>“We hear about checkups but don’t know what to do or where to go.”</a:t>
            </a:r>
          </a:p>
          <a:p/>
          <a:p>
            <a:r>
              <a:t>Finalized Issue:</a:t>
            </a:r>
          </a:p>
          <a:p>
            <a:r>
              <a:t>Lack of structured awareness and support for maternal health in semi-urban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Statement:</a:t>
            </a:r>
          </a:p>
          <a:p>
            <a:r>
              <a:t>Lack of proper maternal health awareness in semi-urban areas of Province No. 1, Nepal</a:t>
            </a:r>
          </a:p>
          <a:p/>
          <a:p>
            <a:r>
              <a:t>Aligned SDG Goals:</a:t>
            </a:r>
          </a:p>
          <a:p>
            <a:r>
              <a:t>- Goal 3 – Good Health and Well-being</a:t>
            </a:r>
          </a:p>
          <a:p>
            <a:r>
              <a:t>- Goal 5 – Gender Equality</a:t>
            </a:r>
          </a:p>
          <a:p/>
          <a:p>
            <a:r>
              <a:t>Relevance:</a:t>
            </a:r>
          </a:p>
          <a:p>
            <a:r>
              <a:t>- Higher maternal/infant mortality risk</a:t>
            </a:r>
          </a:p>
          <a:p>
            <a:r>
              <a:t>- Sustains health inequities</a:t>
            </a:r>
          </a:p>
          <a:p>
            <a:r>
              <a:t>- Weakens public health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- Community mapped</a:t>
            </a:r>
          </a:p>
          <a:p>
            <a:r>
              <a:t>- Surveys conducted</a:t>
            </a:r>
          </a:p>
          <a:p>
            <a:r>
              <a:t>- Issue validated</a:t>
            </a:r>
          </a:p>
          <a:p>
            <a:r>
              <a:t>- Problem identified</a:t>
            </a:r>
          </a:p>
          <a:p/>
          <a:p>
            <a:r>
              <a:t>Next Steps:</a:t>
            </a:r>
          </a:p>
          <a:p>
            <a:r>
              <a:t>- Design awareness module (visual, mobile-friendly, local dialect)</a:t>
            </a:r>
          </a:p>
          <a:p>
            <a:r>
              <a:t>- Involve ASHA workers for outreach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